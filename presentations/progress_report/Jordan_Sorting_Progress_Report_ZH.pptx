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我们同时维护两种信息：已处理点的排序，以及 pairs 之间的父子关系。初始化只做一次，仅将前三个点按 x 坐标排序，这个有序列表称为 S₃。同时建立 upper、lower pair family，不使用 oracle 的排序答案。点的编号和 pair 的端点存储仍保持曲线顺序。从第 4 个点开始，每轮加入一个新点。我们从沿曲线的前一个点出发。Step 1、2 利用它在有序列表中的邻居，分别找到 predecessor boundary Aᵢ 和 successor boundary Bᵢ。Step 3(a) 将新 pair 放入 family 结构，并确定它的 parent。Step 3(b) 在需要时拆分 sibling list，让新包含的旧 pairs 成为新 pair 的 children。到这时，Step 3(c) 才根据维护的状态选择 anchor，将新点插入有序列表。Increasing 时，Step 3(a) 使用 Aᵢ，3(b) 使用 Bᵢ。Decreasing 交换两者的用途，并镜像左右操作；Step 1、2 仍分别返回 Aᵢ、Bᵢ。论文描述 increasing 情形；decreasing 来自对称重构，anchor 的细节属于可执行化澄清。这些类别说明重构的依据，并不分别对应某个步骤。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输入是 (3,2,1,4)。初始化只将前三个值排成 [1,2,3]，对应编号仍是 [z₃,z₂,z₁]。现在插入值为 4 的 z₄。新 upper pair P₄ 的端点是 (1,4)。Step 3(b) 后，它获得 child P₂；P₂ 仍按曲线顺序存为 (3,2)。本次从 1 到 4，因此是 increasing。我们取 child 的几何右端点作为 anchor，也就是要紧接着插入 4 的已有点。若取第二个存储端点 2，会得到 [1,2,4,3]；取几何右端点 3，则得到 [1,2,3,4]。错误顺序只是示意。存储的曲线顺序不等于几何顺序。这属于可执行化澄清，1990 年论文并未以这一具体形式表述该规则。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对每个 case，我用 paper 调用时间的中位数除以 reference 调用时间的中位数。然后对每个规模下的这些比值取中位数。比值在 n 为 32 时是 3.226，64 时是 2.202，128 时是 1.351，256 时是 0.851，512 时是 0.567。因此，128 时比值大于 1，256 时小于 1。在这些计时范围下，两个较大规模的 paper 调用耗时更少。由于计时范围不同，这不能证明端到端加速。Python sort 在每个测试规模上都有最低的调用时间中位数，见 Backup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927F38-A182-4D88-8720-9B37F0B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2FBA-7D2A-455E-A16D-89ECCA0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初始化一次，再逐点更新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EE3A4-F17E-4C57-8E49-28C0D659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1626-2F76-4823-8AF6-0ABFEAEF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6BE3A-915A-4391-B3FA-11F3106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97E75-EE8D-4E64-9DE9-4C5DB98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906C2-664D-4733-BCE7-635B744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BD840-0CA0-4974-B06C-902617A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0363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7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A. 仅初始化一次（n ≥ 3）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6BE00-3CC3-433C-A12B-9EB097BE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仅将 z₁、z₂、z₃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按 x 坐标排序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A38E9-1269-43D1-AE3C-F29E9574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8C6F4-B0D6-4C5D-A37C-087EFEC0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初始有序列表 S₃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B13BF-3957-4454-8E1D-623C631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43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3083F-F94B-4B8D-A172-2D9441D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71650"/>
            <a:ext cx="342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pair family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P₂、P₃ 与 dummy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AE998-4FC3-4212-B157-78719B55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 自行局部初始化，不使用 oracle 答案。点编号与 pair 端点存储保持曲线顺序。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5BD6DB-8F3E-4FFF-9585-0BD379E3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对 i = 4, …, n：每轮处理一个新点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7FA74-8C71-462D-8844-36EF52B9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Sᵢ₋₁ + 新点 zᵢ → 执行下面一轮更新 → Sᵢ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16C04-A69D-46D9-A649-E4B811AF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692A13-DD32-44F6-898E-C6C588D1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B48D-6AA6-45EE-822F-6CBB9877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predecessor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Aᵢ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164AF-EE89-45D1-8E09-1815B36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B8E92-2DF0-4EEC-A434-C692E7C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9F201-B049-42DF-A60A-271D438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找 successor 侧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boundary Bᵢ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49EA53-5FF1-48A9-BE62-7BB8A402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2A08C-9C73-4182-8D97-657FC3C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77F34E-A5EC-4654-A99C-A5D0008B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插入新 pair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Pᵢ = (zᵢ₋₁, zᵢ)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947B58-A8CC-4780-95A1-F4FCEAE7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4F8A37-7ADA-4D1D-9140-BBC3897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A6DE7-0EF1-41D7-AC1E-9365210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按需拆分 sibling list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并转移 ownership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4B330-3C6A-48E9-B526-FBED881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90950"/>
            <a:ext cx="1981200" cy="10858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2A2522-D920-48D7-85E2-F914709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671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E0D9E-113C-4225-8DA9-4612CE2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2005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将 zᵢ 插入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维护的有序列表</a:t>
            </a:r>
          </a:p>
        </p:txBody>
      </p:sp>
      <p:cxnSp>
        <p:nvCxnSpPr>
          <p:cNvPr id="76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27051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8958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08660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6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9277350" y="433387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46241-66EB-47E1-9F93-6C0583DD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两个方向都保持 Step 1 → Aᵢ、Step 2 → Bᵢ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FAE0DB-C358-44EF-A042-BD8C1660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Increasing：3(a) 用 Aᵢ，3(b) 用 Bᵢ。Decreasing 交换两者用途，并镜像左右操作。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B4357-62BA-471E-82C3-A0179A2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7B8794"/>
                </a:solidFill>
              </a:defRPr>
            </a:pPr>
            <a:r>
              <a:rPr sz="1425" b="0" i="0">
                <a:solidFill>
                  <a:srgbClr val="7B8794"/>
                </a:solidFill>
              </a:rPr>
              <a:t>重构依据的类别（不分别对应算法步骤）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FE1BFB-41D7-4DFB-ADFB-5A8D9FC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28044-5F20-4CD3-83E3-B5EFE25B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EE3C8-23C0-4DD3-9EDC-B38B512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635945-2DF6-4D20-882D-1C965466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8F5261-80CD-4400-AF31-908F152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000750"/>
            <a:ext cx="3429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3B112E-EC78-4380-9EA5-5C60D6A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60388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可执行化澄清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FEEE8C-58F0-4C31-A6AD-45903CCA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6D42C-F14A-424E-AF68-5948CC1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从 S₃ 到 S₄：插入需要几何 anchor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C00C0-F15D-458E-B491-A8C54CB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C46D6-86BA-4A82-A18A-554A61B4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516AE-A0A3-4752-8B1C-9B9C6C7E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20910-E2E7-46B2-9369-42067104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B22D3-1009-4958-8D49-D3307AB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按曲线顺序输入：(z₁, z₂, z₃, z₄) = (3, 2, 1, 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6FA7A-C002-44B8-B391-78E3003C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722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9CB3-E743-45CE-A9B9-3486222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626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初始化后：S₃ = [1, 2, 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7728A-A695-48C2-877C-44C659A7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26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对应编号：[z₃,z₂,z₁]。曲线编号保持不变。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1B4B3-E926-46A8-A808-D6AA505E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9433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EC31D-25DA-4945-8A0F-FC9108E6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859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现在处理 z₄ = 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1861-DE75-4D0B-AF9E-5178FD8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4：increasing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C887E-92F5-475B-9352-C455B8F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 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F0258-FF12-415F-B6C0-E50F0191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861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新 upper P₄ = (z₃, z₄) = (1, 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3143E-A3ED-4ED7-896F-CA749235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80D75-C8A8-4DF6-9887-3E943E35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Upper P₂ = (z₁, z₂) = (3, 2)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87672-58D9-47D5-A449-B62C735D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P₄ 获得 child P₂。本次 increasing 更新取 child 的几何右端点。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3BE2D-3992-4699-B94A-E6F39792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56071-E156-41D1-A516-5C261546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P₂ 的第二个存储端点：2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6C889-72FA-4B62-B9C7-96A4CE08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2 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3AED2-06A2-46AB-A6E9-959EC34B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错误（示意）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6A182-029E-45EF-9243-45A34892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67175"/>
            <a:ext cx="52578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7FF84-1B88-4C37-8F18-293E2DAE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P₂ 的几何右端点：3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FE610-2FC8-40F2-B8EB-099D6BB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将 4 紧接着插在 3 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764F-304E-4565-9749-333EB14B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95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正确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DBB45-B7D7-44BC-9BA6-4BADE24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这里的 anchor 是已有点，4 将紧接着插在它后面。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79683-B69C-4F2E-BD94-C4263A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这是可执行化澄清，非 1990 年论文的逐字规则。存储的曲线顺序 ≠ 几何顺序。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B87199-1BA7-42CE-8DAC-185DBB2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81D41-3196-49BE-98B5-3F1D31F4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为什么需要单独检查 z₁ 输出锚点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34603-B4E9-477E-9DAF-619538A7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816A-A145-43BA-9370-2F197C4F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50E1-0894-455E-AFCB-B1E4864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D4D8A-03AA-43F0-8638-3AE3FFD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B6FB8-1A1D-466E-86C2-E055FA3E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输入 (z₁, …, z₇) = (1, 2, 3, 4, 6, 7, 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1C577-5D0B-4C4E-91F7-3893B08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144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606D"/>
                </a:solidFill>
              </a:defRPr>
            </a:pPr>
            <a:r>
              <a:rPr sz="1575" b="0" i="0">
                <a:solidFill>
                  <a:srgbClr val="52606D"/>
                </a:solidFill>
              </a:rPr>
              <a:t>S₆ = [1, 2, 3, 4, 6, 7]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AC149-304D-4AAD-A579-CEF4220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7（奇数）→ lower family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43D58-5EBA-4CEC-AC04-A6284A40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335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34123-51E4-48FF-B5E4-060F6AE9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Decreasing：最左 child → 几何左端点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4932-767B-4597-AB10-73A2D7E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33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B3AFB-A1C4-4F75-A808-C6F7F27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90850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P₇ = (7, 0)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EA3BD-6585-4897-B977-1B573D7B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432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曲线顺序 (7, 0)；几何区间 [0, 7]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CE808-B822-46E4-A7F9-0DC3A391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2AEB-974D-477D-B50F-CCA1CD6E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57600"/>
            <a:ext cx="20955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2" idx="1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43100" y="3162300"/>
            <a:ext cx="247650" cy="495300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2" idx="3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476750" y="3162300"/>
            <a:ext cx="228600" cy="4953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5D5A9-6041-4CCD-8575-36D97E6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50C4B-E128-4E86-8E65-C486F3B2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05225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C46C-9331-4CA1-A5DB-2D30AFC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最左 child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05369F-044C-446D-A11C-D6BDE47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25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P₃ → 几何左端点 2 → base anchor z₂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1DEE0-D33F-49C8-A928-BCE02072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为什么还要检查 z₁？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902587-2E7C-450E-AE07-E2B37594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属于 upper pair P₂ = (1, 2)。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EE40C-BC60-48B3-B8F5-C25F79D8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它不是任何 lower pair 的端点。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D48AAC-5B90-4808-BEC0-1A2A8581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4805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它仍在有序列表 S₆ 中。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C15ABF-E84C-4AFC-BAE2-FAE4A778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i 为奇数且 0 &lt; z₁ = 1 &lt; base anchor =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B160CD-16A9-4FFC-B9D5-2CB16F76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0075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最终输出 anchor：z₁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DEBA1-AD63-48AC-B58F-A6585C55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05562-6272-4395-BFAE-8A1C2DF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E76F51"/>
                </a:solidFill>
              </a:defRPr>
            </a:pPr>
            <a:r>
              <a:rPr sz="1575" b="1" i="0">
                <a:solidFill>
                  <a:srgbClr val="E76F51"/>
                </a:solidFill>
              </a:rPr>
              <a:t>省略修正时（错误插入示意）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1454D7-FA7D-4717-9C16-CC4A17D3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2 前 → [1, 0, 2, 3, 4, 6, 7]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BC6B-259D-4342-8C0C-7598779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578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5C61AF-19A3-4A0F-9A9E-99AC414A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2A9D8F"/>
                </a:solidFill>
              </a:defRPr>
            </a:pPr>
            <a:r>
              <a:rPr sz="1575" b="1" i="0">
                <a:solidFill>
                  <a:srgbClr val="2A9D8F"/>
                </a:solidFill>
              </a:rPr>
              <a:t>修正后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223CDB-9240-4D85-9911-DECDB6F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67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将 0 插在 z₁ 前 → [0, 1, 2, 3, 4, 6, 7]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271865-A5A5-4E06-9207-DD650384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只修正输出 anchor，不替代先前的 boundary-pair selection。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