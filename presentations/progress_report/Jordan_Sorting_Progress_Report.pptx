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228a30bcba44b8" /><Relationship Type="http://schemas.openxmlformats.org/officeDocument/2006/relationships/extended-properties" Target="/docProps/app.xml" Id="R6289aa68f1664ed6" /><Relationship Type="http://schemas.openxmlformats.org/officeDocument/2006/relationships/officeDocument" Target="/ppt/presentation.xml" Id="R381fff2b98e9451a" /></Relationships>
</file>

<file path=ppt/presentation.xml><?xml version="1.0" encoding="utf-8"?>
<p:presentation xmlns:p="http://schemas.openxmlformats.org/presentationml/2006/main">
  <p:sldMasterIdLst>
    <p:sldMasterId xmlns:r="http://schemas.openxmlformats.org/officeDocument/2006/relationships" id="2147483648" r:id="R71a0ef3326244e42"/>
  </p:sldMasterIdLst>
  <p:notesMasterIdLst>
    <p:notesMasterId xmlns:r="http://schemas.openxmlformats.org/officeDocument/2006/relationships" r:id="Rd8d58d5578a1485c"/>
  </p:notesMasterIdLst>
  <p:sldIdLst>
    <p:sldId xmlns:r="http://schemas.openxmlformats.org/officeDocument/2006/relationships" id="256" r:id="R2a18df2b246941f2"/>
    <p:sldId xmlns:r="http://schemas.openxmlformats.org/officeDocument/2006/relationships" id="257" r:id="R357404093fe9417b"/>
    <p:sldId xmlns:r="http://schemas.openxmlformats.org/officeDocument/2006/relationships" id="258" r:id="Rdac5a7ef01ff4024"/>
    <p:sldId xmlns:r="http://schemas.openxmlformats.org/officeDocument/2006/relationships" id="259" r:id="Rbb71f77b36614663"/>
    <p:sldId xmlns:r="http://schemas.openxmlformats.org/officeDocument/2006/relationships" id="260" r:id="R3df7735f103e4d77"/>
    <p:sldId xmlns:r="http://schemas.openxmlformats.org/officeDocument/2006/relationships" id="261" r:id="Rc5f951f0166f4319"/>
    <p:sldId xmlns:r="http://schemas.openxmlformats.org/officeDocument/2006/relationships" id="262" r:id="R80d01b4ad56c425d"/>
    <p:sldId xmlns:r="http://schemas.openxmlformats.org/officeDocument/2006/relationships" id="263" r:id="R58604098872e463d"/>
    <p:sldId xmlns:r="http://schemas.openxmlformats.org/officeDocument/2006/relationships" id="264" r:id="R75ac0e9a062245a3"/>
    <p:sldId xmlns:r="http://schemas.openxmlformats.org/officeDocument/2006/relationships" id="265" r:id="Re1e3ba541fa3468f"/>
    <p:sldId xmlns:r="http://schemas.openxmlformats.org/officeDocument/2006/relationships" id="266" r:id="R9592e10a4d4945ac"/>
    <p:sldId xmlns:r="http://schemas.openxmlformats.org/officeDocument/2006/relationships" id="267" r:id="R425b166ebd8c4560"/>
    <p:sldId xmlns:r="http://schemas.openxmlformats.org/officeDocument/2006/relationships" id="268" r:id="Rd58776f4bacc4f60"/>
    <p:sldId xmlns:r="http://schemas.openxmlformats.org/officeDocument/2006/relationships" id="269" r:id="R8c5e777211ae4a08"/>
    <p:sldId xmlns:r="http://schemas.openxmlformats.org/officeDocument/2006/relationships" id="270" r:id="R80ca57960b7b43d3"/>
    <p:sldId xmlns:r="http://schemas.openxmlformats.org/officeDocument/2006/relationships" id="271" r:id="R20c631358faf4a00"/>
    <p:sldId xmlns:r="http://schemas.openxmlformats.org/officeDocument/2006/relationships" id="272" r:id="R518c551557844f95"/>
    <p:sldId xmlns:r="http://schemas.openxmlformats.org/officeDocument/2006/relationships" id="273" r:id="Rff06b9fad7d54491"/>
    <p:sldId xmlns:r="http://schemas.openxmlformats.org/officeDocument/2006/relationships" id="274" r:id="Refbe0fedeed34245"/>
    <p:sldId xmlns:r="http://schemas.openxmlformats.org/officeDocument/2006/relationships" id="275" r:id="R25e507d6dd9641a9"/>
    <p:sldId xmlns:r="http://schemas.openxmlformats.org/officeDocument/2006/relationships" id="276" r:id="Rd08cce9fb3d84b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0dbcadde274663" /><Relationship Type="http://schemas.openxmlformats.org/officeDocument/2006/relationships/slideMaster" Target="/ppt/slideMasters/slideMaster1.xml" Id="R71a0ef3326244e42" /><Relationship Type="http://schemas.openxmlformats.org/officeDocument/2006/relationships/notesMaster" Target="/ppt/notesMasters/notesMaster1.xml" Id="Rd8d58d5578a1485c" /><Relationship Type="http://schemas.openxmlformats.org/officeDocument/2006/relationships/presProps" Target="/ppt/presProps.xml" Id="R721fb90dae684232" /><Relationship Type="http://schemas.openxmlformats.org/officeDocument/2006/relationships/tableStyles" Target="/ppt/tableStyles.xml" Id="R2f15a9fbfe3940a8" /><Relationship Type="http://schemas.openxmlformats.org/officeDocument/2006/relationships/slide" Target="/ppt/slides/slide1.xml" Id="R2a18df2b246941f2" /><Relationship Type="http://schemas.openxmlformats.org/officeDocument/2006/relationships/slide" Target="/ppt/slides/slide2.xml" Id="R357404093fe9417b" /><Relationship Type="http://schemas.openxmlformats.org/officeDocument/2006/relationships/slide" Target="/ppt/slides/slide3.xml" Id="Rdac5a7ef01ff4024" /><Relationship Type="http://schemas.openxmlformats.org/officeDocument/2006/relationships/slide" Target="/ppt/slides/slide4.xml" Id="Rbb71f77b36614663" /><Relationship Type="http://schemas.openxmlformats.org/officeDocument/2006/relationships/slide" Target="/ppt/slides/slide5.xml" Id="R3df7735f103e4d77" /><Relationship Type="http://schemas.openxmlformats.org/officeDocument/2006/relationships/slide" Target="/ppt/slides/slide6.xml" Id="Rc5f951f0166f4319" /><Relationship Type="http://schemas.openxmlformats.org/officeDocument/2006/relationships/slide" Target="/ppt/slides/slide7.xml" Id="R80d01b4ad56c425d" /><Relationship Type="http://schemas.openxmlformats.org/officeDocument/2006/relationships/slide" Target="/ppt/slides/slide8.xml" Id="R58604098872e463d" /><Relationship Type="http://schemas.openxmlformats.org/officeDocument/2006/relationships/slide" Target="/ppt/slides/slide9.xml" Id="R75ac0e9a062245a3" /><Relationship Type="http://schemas.openxmlformats.org/officeDocument/2006/relationships/slide" Target="/ppt/slides/slide10.xml" Id="Re1e3ba541fa3468f" /><Relationship Type="http://schemas.openxmlformats.org/officeDocument/2006/relationships/slide" Target="/ppt/slides/slide11.xml" Id="R9592e10a4d4945ac" /><Relationship Type="http://schemas.openxmlformats.org/officeDocument/2006/relationships/slide" Target="/ppt/slides/slide12.xml" Id="R425b166ebd8c4560" /><Relationship Type="http://schemas.openxmlformats.org/officeDocument/2006/relationships/slide" Target="/ppt/slides/slide13.xml" Id="Rd58776f4bacc4f60" /><Relationship Type="http://schemas.openxmlformats.org/officeDocument/2006/relationships/slide" Target="/ppt/slides/slide14.xml" Id="R8c5e777211ae4a08" /><Relationship Type="http://schemas.openxmlformats.org/officeDocument/2006/relationships/slide" Target="/ppt/slides/slide15.xml" Id="R80ca57960b7b43d3" /><Relationship Type="http://schemas.openxmlformats.org/officeDocument/2006/relationships/slide" Target="/ppt/slides/slide16.xml" Id="R20c631358faf4a00" /><Relationship Type="http://schemas.openxmlformats.org/officeDocument/2006/relationships/slide" Target="/ppt/slides/slide17.xml" Id="R518c551557844f95" /><Relationship Type="http://schemas.openxmlformats.org/officeDocument/2006/relationships/slide" Target="/ppt/slides/slide18.xml" Id="Rff06b9fad7d54491" /><Relationship Type="http://schemas.openxmlformats.org/officeDocument/2006/relationships/slide" Target="/ppt/slides/slide19.xml" Id="Refbe0fedeed34245" /><Relationship Type="http://schemas.openxmlformats.org/officeDocument/2006/relationships/slide" Target="/ppt/slides/slide20.xml" Id="R25e507d6dd9641a9" /><Relationship Type="http://schemas.openxmlformats.org/officeDocument/2006/relationships/slide" Target="/ppt/slides/slide21.xml" Id="Rd08cce9fb3d84b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c36f7672b2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a1874050ea46da" /><Relationship Type="http://schemas.openxmlformats.org/officeDocument/2006/relationships/notesMaster" Target="/ppt/notesMasters/notesMaster1.xml" Id="Rff1ea7d94a6d44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975e67720b4d1a" /><Relationship Type="http://schemas.openxmlformats.org/officeDocument/2006/relationships/notesMaster" Target="/ppt/notesMasters/notesMaster1.xml" Id="R05a26f5dade14b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dbf7bce65e4b07" /><Relationship Type="http://schemas.openxmlformats.org/officeDocument/2006/relationships/notesMaster" Target="/ppt/notesMasters/notesMaster1.xml" Id="Rd0575630f0af47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f5515667b44ee" /><Relationship Type="http://schemas.openxmlformats.org/officeDocument/2006/relationships/notesMaster" Target="/ppt/notesMasters/notesMaster1.xml" Id="R043edec8bc7c4d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63f30cbc9485a" /><Relationship Type="http://schemas.openxmlformats.org/officeDocument/2006/relationships/notesMaster" Target="/ppt/notesMasters/notesMaster1.xml" Id="R7f17646d4dae4d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33ed28b4dc49e2" /><Relationship Type="http://schemas.openxmlformats.org/officeDocument/2006/relationships/notesMaster" Target="/ppt/notesMasters/notesMaster1.xml" Id="R65eb1689c335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afd2e2e0b847ab" /><Relationship Type="http://schemas.openxmlformats.org/officeDocument/2006/relationships/notesMaster" Target="/ppt/notesMasters/notesMaster1.xml" Id="R2e74dce570f1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f75446d1040d3" /><Relationship Type="http://schemas.openxmlformats.org/officeDocument/2006/relationships/notesMaster" Target="/ppt/notesMasters/notesMaster1.xml" Id="Rf786e5d2e4af4f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53e1ee86bc4562" /><Relationship Type="http://schemas.openxmlformats.org/officeDocument/2006/relationships/notesMaster" Target="/ppt/notesMasters/notesMaster1.xml" Id="R2380717221b2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c9a570ba824dd6" /><Relationship Type="http://schemas.openxmlformats.org/officeDocument/2006/relationships/notesMaster" Target="/ppt/notesMasters/notesMaster1.xml" Id="R9153f4ccd89b40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dafb750ede40b6" /><Relationship Type="http://schemas.openxmlformats.org/officeDocument/2006/relationships/notesMaster" Target="/ppt/notesMasters/notesMaster1.xml" Id="R1be99ddf091e42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e42b1ad2741a0" /><Relationship Type="http://schemas.openxmlformats.org/officeDocument/2006/relationships/notesMaster" Target="/ppt/notesMasters/notesMaster1.xml" Id="Rd60304f31c0748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b164d94a744424" /><Relationship Type="http://schemas.openxmlformats.org/officeDocument/2006/relationships/notesMaster" Target="/ppt/notesMasters/notesMaster1.xml" Id="R8d29e052819740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620ba9fa654a9d" /><Relationship Type="http://schemas.openxmlformats.org/officeDocument/2006/relationships/notesMaster" Target="/ppt/notesMasters/notesMaster1.xml" Id="Rdb6d8241443b4c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b12ce3b5174471" /><Relationship Type="http://schemas.openxmlformats.org/officeDocument/2006/relationships/notesMaster" Target="/ppt/notesMasters/notesMaster1.xml" Id="R117051d6c7f542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024070ad2b421f" /><Relationship Type="http://schemas.openxmlformats.org/officeDocument/2006/relationships/notesMaster" Target="/ppt/notesMasters/notesMaster1.xml" Id="R10abe15c43fd4f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4e8957c9fb45fb" /><Relationship Type="http://schemas.openxmlformats.org/officeDocument/2006/relationships/notesMaster" Target="/ppt/notesMasters/notesMaster1.xml" Id="R96e12630977646d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c4fa19c703498f" /><Relationship Type="http://schemas.openxmlformats.org/officeDocument/2006/relationships/notesMaster" Target="/ppt/notesMasters/notesMaster1.xml" Id="Rd423490b09634b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bd5a54daa94f55" /><Relationship Type="http://schemas.openxmlformats.org/officeDocument/2006/relationships/notesMaster" Target="/ppt/notesMasters/notesMaster1.xml" Id="R92d844761d66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3cd97833c46c0" /><Relationship Type="http://schemas.openxmlformats.org/officeDocument/2006/relationships/notesMaster" Target="/ppt/notesMasters/notesMaster1.xml" Id="R51aaefaab32048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c53ddb68bf545b1" /><Relationship Type="http://schemas.openxmlformats.org/officeDocument/2006/relationships/notesMaster" Target="/ppt/notesMasters/notesMaster1.xml" Id="R8c2cdf57aaa14b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procedure first orders z one, z two, and z three, then initializes the partial order and the first upper and lower pairs. For each new point, Step 1 finds predecessor boundary pair A sub i, and Step 2 finds successor boundary pair B sub i. Step 3(a) inserts a pair. Step 3(b) splits a sibling list and transfers ownership when needed. These steps update the pair families. Step 3(c) inserts the point into the maintained order. In an increasing iteration, Step 3(a) uses A sub i and Step 3(b) uses B sub i. A decreasing iteration swaps these uses. The paper states the increasing case; the decreasing case follows by symmetry. The two orientations share the same stages, but reflect the local roles. The next slides explain two executable clarifications: the geometric endpoint and the odd-index z one output anchor.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the valid prefix three, two, one, four. The acquired pair P two is stored in curve order as three, two. Using its second stored element, two, as the anchor gives one, two, four, three, which is wrong on the axis. Step 3(c) needs the geometric extreme, not the second element in curve order. Here the correct anchor is three. Inserting four after three gives one, two, three, four. The pair records traversal along the curve, while insertion must follow the axis order. This is a representation issue: curve order does not always identify the required side of the axis order. Increasing iterations use the right geometric endpoint; decreasing iterations use the left. This is an executable clarification, since the 1990 paper does not state the rule in this form. Without this clarification, even valid examples fail.</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odd-index z one case uses the valid prefix one, two, three, four, six, seven, zero. In this decreasing iteration, the ordinary anchor is z two, with value two. Inserting zero before it gives one, zero, two, three, four, six, seven. Z one remains on the wrong side of the new point. Here zero is smaller than z one, and z one is smaller than the original anchor. The output anchor must therefore change to z one. Inserting zero before z one gives zero, one, two, three, four, six, seven. This correction changes only output insertion. It does not replace the earlier predecessor or successor boundary calculation. Boundary selection still chooses the pair for the family update; the output anchor chooses the point for insertion into the partial order.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case, I divide the median paper time by the median reference time. I then take the median of these ratios for each size.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e673f708f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a7a0b7644745" /><Relationship Type="http://schemas.openxmlformats.org/officeDocument/2006/relationships/slideLayout" Target="/ppt/slideLayouts/slideLayout1.xml" Id="R8ca098f6044e47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a098f6044e47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98156e63834ba6" /><Relationship Type="http://schemas.openxmlformats.org/officeDocument/2006/relationships/image" Target="/ppt/media/image.png" Id="Rfa1d7a5c3009486c" /><Relationship Type="http://schemas.openxmlformats.org/officeDocument/2006/relationships/notesSlide" Target="/ppt/notesSlides/notesSlide1.xml" Id="R783ae956692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a9a653fa24396" /><Relationship Type="http://schemas.openxmlformats.org/officeDocument/2006/relationships/notesSlide" Target="/ppt/notesSlides/notesSlide2.xml" Id="Rbabdde42735f45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f7842241074361" /><Relationship Type="http://schemas.openxmlformats.org/officeDocument/2006/relationships/notesSlide" Target="/ppt/notesSlides/notesSlide3.xml" Id="R1af6193adaed46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2d0f989de34043" /><Relationship Type="http://schemas.openxmlformats.org/officeDocument/2006/relationships/notesSlide" Target="/ppt/notesSlides/notesSlide4.xml" Id="R34a3bddfe05d49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d617ac25c437e" /><Relationship Type="http://schemas.openxmlformats.org/officeDocument/2006/relationships/notesSlide" Target="/ppt/notesSlides/notesSlide5.xml" Id="Rf4968c68a053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ef0c0ace2e4fa2" /><Relationship Type="http://schemas.openxmlformats.org/officeDocument/2006/relationships/notesSlide" Target="/ppt/notesSlides/notesSlide6.xml" Id="R4d47ef67e0d942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ea4faf8dfc4cfe" /><Relationship Type="http://schemas.openxmlformats.org/officeDocument/2006/relationships/notesSlide" Target="/ppt/notesSlides/notesSlide7.xml" Id="R484075710423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0acd6f1854770" /><Relationship Type="http://schemas.openxmlformats.org/officeDocument/2006/relationships/notesSlide" Target="/ppt/notesSlides/notesSlide8.xml" Id="R02fb51eabc534e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b2205aebe7415a" /><Relationship Type="http://schemas.openxmlformats.org/officeDocument/2006/relationships/notesSlide" Target="/ppt/notesSlides/notesSlide9.xml" Id="R2cd76b010c9e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87f181b2004a58" /><Relationship Type="http://schemas.openxmlformats.org/officeDocument/2006/relationships/notesSlide" Target="/ppt/notesSlides/notesSlide10.xml" Id="R2c2e03b7ba56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0c15ccfa2b4fb4" /><Relationship Type="http://schemas.openxmlformats.org/officeDocument/2006/relationships/notesSlide" Target="/ppt/notesSlides/notesSlide11.xml" Id="R35a5cd6eb54c49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7e2bdbbdd14f4e" /><Relationship Type="http://schemas.openxmlformats.org/officeDocument/2006/relationships/notesSlide" Target="/ppt/notesSlides/notesSlide12.xml" Id="R720196b71cf746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475fb836724720" /><Relationship Type="http://schemas.openxmlformats.org/officeDocument/2006/relationships/notesSlide" Target="/ppt/notesSlides/notesSlide13.xml" Id="R2afd7e7e7df542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4904c9a49743b3" /><Relationship Type="http://schemas.openxmlformats.org/officeDocument/2006/relationships/chart" Target="/ppt/slides/charts/chart1.xml" Id="Ra03577e6470f40b8" /><Relationship Type="http://schemas.openxmlformats.org/officeDocument/2006/relationships/notesSlide" Target="/ppt/notesSlides/notesSlide14.xml" Id="R7583cce8e52744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455b9344b64cde" /><Relationship Type="http://schemas.openxmlformats.org/officeDocument/2006/relationships/notesSlide" Target="/ppt/notesSlides/notesSlide15.xml" Id="Rbbdeb615cf444d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465606e4a14044" /><Relationship Type="http://schemas.openxmlformats.org/officeDocument/2006/relationships/notesSlide" Target="/ppt/notesSlides/notesSlide16.xml" Id="R45c2499035594d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7647b890914277" /><Relationship Type="http://schemas.openxmlformats.org/officeDocument/2006/relationships/image" Target="/ppt/media/image2.png" Id="R41449a41ec4f4b18" /><Relationship Type="http://schemas.openxmlformats.org/officeDocument/2006/relationships/notesSlide" Target="/ppt/notesSlides/notesSlide17.xml" Id="R6cdbcc0149a3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7107fec18a40b6" /><Relationship Type="http://schemas.openxmlformats.org/officeDocument/2006/relationships/notesSlide" Target="/ppt/notesSlides/notesSlide18.xml" Id="Raf6ebb5fd5c74d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7dcb7a42cb4c18" /><Relationship Type="http://schemas.openxmlformats.org/officeDocument/2006/relationships/notesSlide" Target="/ppt/notesSlides/notesSlide19.xml" Id="Rb35792c8380141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c6de9e38d34b78" /><Relationship Type="http://schemas.openxmlformats.org/officeDocument/2006/relationships/notesSlide" Target="/ppt/notesSlides/notesSlide20.xml" Id="R4fa3a417e06649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51c85696bb42ca" /><Relationship Type="http://schemas.openxmlformats.org/officeDocument/2006/relationships/notesSlide" Target="/ppt/notesSlides/notesSlide21.xml" Id="R4e976e3ec00745d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0AA2C-E2D8-4815-AE5A-A5DBC929986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1d7a5c3009486c"/>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D7E22-F95C-48F7-8140-F5DD3AE543A4}"/>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FBA7378B-1A42-42D7-9420-D3C2FBF8AF67}"/>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2F74A685-8006-43B8-A223-06C121E6B4E3}"/>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progress, validation, and initial experimental results</a:t>
            </a:r>
          </a:p>
        </p:txBody>
      </p:sp>
      <p:sp>
        <p:nvSpPr>
          <p:cNvPr id="6" name="">
            <a:extLst xmlns:a="http://schemas.openxmlformats.org/drawingml/2006/main">
              <a:ext uri="{FF2B5EF4-FFF2-40B4-BE49-F238E27FC236}">
                <a16:creationId xmlns:a16="http://schemas.microsoft.com/office/drawing/2014/main" id="{FFCC32F0-6665-4966-A9A2-529D8D4759F1}"/>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E124ED05-08EF-4B11-8E5C-5B3C18FCCF7E}"/>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F31F48F4-F4F1-4ADE-B5F2-E706807175C5}"/>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68260181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527C7-9AEF-454E-9A26-FAFA08BE9D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25B8403D-791A-4AEA-9B85-0328013A640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4AB23991-F903-4EB0-9C3B-610B80F1EBD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109861-1373-4C79-9F6E-B667CDBFC0C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F86279E-CF39-48EF-84F7-5515EAF82C8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ABB6548-335D-4E1A-A6BB-0EB4DF967DB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2449552F-C9DC-4C46-89AE-30A5839C37A9}"/>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994F44D3-EA5E-4214-9116-0EB590C710DB}"/>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E9110F7B-AA45-4555-AAF6-857B4C7526BD}"/>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D818320C-0F05-4080-A1BB-31F169D118AD}"/>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56829D05-C615-4F0F-BF9D-7459B091C89E}"/>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F69A176A-5671-494F-80A5-03DB398A5EDD}"/>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1E03F622-9F42-4140-8944-C44C2284574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3AA5E3-00BE-45DB-9C79-3B7C8C25B019}"/>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90C0F484-6B8E-4F83-9ED7-EDCA385121AF}"/>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12E9624-B5B4-4A5A-9C89-658AE3F2C5FB}"/>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1F01D763-67DA-4327-B6BB-09610F70E5C4}"/>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ED986F72-7D89-40E8-9CE4-6D30F6F287B2}"/>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A14D78AF-DB17-4677-BAD9-39105BD4A48C}"/>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C1262B43-00CF-4DA9-9456-507A68AEF4A9}"/>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B900C52-030E-4979-B1F2-5CDC3506AFAC}"/>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887FA0DE-EB01-4AA3-B09A-8869194F319D}"/>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660B415B-CB4D-4A77-B11B-5B87283CEE1C}"/>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8B0200A6-76A7-4955-B6C2-39D530AE6D61}"/>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28BD51AC-2B03-441A-A96C-E0F7F54F1DF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1AB286DA-6BD9-4996-B061-6AFD27E096E2}"/>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38C4F998-DDFB-49BB-A49F-F6EB10BFA178}"/>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C2015A69-E006-4AED-A47D-770EE587ABE9}"/>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F942FA6B-472F-4FDF-A8CB-D202DFBB68A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2B7C7CFA-76B0-42E4-9213-97E7D1AF9F8F}"/>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55D1C499-47B3-4174-918C-4791FFCB71BB}"/>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CD68179F-E21E-4346-B88A-B5CBD99DB50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EECBB5B0-A976-4561-8728-F2D21E4A330A}"/>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66259008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E976470-0F86-4CFC-8851-AC0FB6F0692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77562C89-D2B7-47C5-8A21-E283FF9AB88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Progress since the previous report</a:t>
            </a:r>
          </a:p>
        </p:txBody>
      </p:sp>
      <p:sp>
        <p:nvSpPr>
          <p:cNvPr id="3" name="">
            <a:extLst xmlns:a="http://schemas.openxmlformats.org/drawingml/2006/main">
              <a:ext uri="{FF2B5EF4-FFF2-40B4-BE49-F238E27FC236}">
                <a16:creationId xmlns:a16="http://schemas.microsoft.com/office/drawing/2014/main" id="{78EA483D-E3EE-478B-B3B6-0311CF1CC3F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7322FCE-9A43-410E-ABD6-06AFEADDB77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7FED0D5-912D-42DF-9AB7-185A1C2623E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90998BA-2CE8-4CDD-9B57-4F40ABED922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C32B2DA3-E432-48A5-972C-5D92375487B9}"/>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4C9F9E9-F8B5-4AC5-9DB5-875B3AA1ADDE}"/>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3A3B1EE8-1D93-47C3-AB9F-0F60230CD2D4}"/>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2F10AD51-52B4-4A8B-AE55-5E9D44717B34}"/>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CC761DAC-4FE1-4EDD-82FA-09E0E129CCEA}"/>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DFBEC670-B4FF-4D5D-9C16-682715DD874E}"/>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AE62D550-1D43-4017-80D8-500066C097F6}"/>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66273AB2-59EA-4284-987D-185C5D70F56E}"/>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B23FFA7B-7450-40B8-8496-763F9D1F26EB}"/>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67287952-8101-43F8-BF82-D6029259899F}"/>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F1EEC8C0-6889-4BA8-BADD-73114E67B215}"/>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9FB57D98-BEFA-4646-A22A-00762B0E5FFB}"/>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9983ACD9-778C-491C-A214-7777B6AFA8B8}"/>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7ACA743E-83E0-44D5-8CF0-D3187D3E3D9F}"/>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FE901965-0A24-4A1D-936B-975315681293}"/>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34398B87-2F7A-4045-9933-5E81EA271D7A}"/>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5E936B4D-4C7A-4A46-B4FF-4E84B8708FDF}"/>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3AF47FD8-9DA8-4CF0-9938-3BDD7E600F92}"/>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5539FC18-BDCC-416C-983A-257D8614A4E6}"/>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DA126AA-6919-40D8-91B9-D1813F4A6DD1}"/>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F3FA3693-4471-423B-A917-29B8C24AE930}"/>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776"/>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result: an executable ordinary-list implementation. The historical backend remains future work.</a:t>
            </a:r>
          </a:p>
        </p:txBody>
      </p:sp>
    </p:spTree>
    <p:extLst>
      <p:ext uri="{BB962C8B-B14F-4D97-AF65-F5344CB8AC3E}">
        <p14:creationId xmlns:p14="http://schemas.microsoft.com/office/powerpoint/2010/main" val="326222649"/>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FDD8664-4A81-4AE5-99EE-56A0D369899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88F91CA0-C75B-4D20-B515-43B8F0E5AF4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Current scope: valid-input sorting</a:t>
            </a:r>
          </a:p>
        </p:txBody>
      </p:sp>
      <p:sp>
        <p:nvSpPr>
          <p:cNvPr id="3" name="">
            <a:extLst xmlns:a="http://schemas.openxmlformats.org/drawingml/2006/main">
              <a:ext uri="{FF2B5EF4-FFF2-40B4-BE49-F238E27FC236}">
                <a16:creationId xmlns:a16="http://schemas.microsoft.com/office/drawing/2014/main" id="{1DF99E6E-EB0F-4213-92A2-308B61FB438A}"/>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88E762F-70F0-4B29-9ECB-253BC1E0268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99740EE-B48B-44B6-88A8-8DBE4371D2D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91E108-F899-42C0-81E9-7694AA48540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24702943-676C-4413-9F5A-B24DC75FC227}"/>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CEF9D68C-518E-4999-9391-5E4F5EE534E1}"/>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AA288D46-3657-4680-AF2A-8EB79620E28E}"/>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5945EB85-DDF5-4B0F-84D5-D0021EFEB96C}"/>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D1BE454D-4AE3-4380-A5D1-BA8ED8901A82}"/>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77E4CB35-68AA-439E-89B8-78D03CFF6D01}"/>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6D53554D-79AC-4692-BDEC-3D3A15D2414F}"/>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084DEF7C-F652-440D-8D70-2AE496BC165B}"/>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2CACC6F9-CB5A-4D92-BAA2-81C6082A6480}"/>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3816F943-5CBB-4C07-A421-B20CABFAE8F2}"/>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76DA9D41-D402-4C1D-B668-F459A58CE0D5}"/>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B1DC8711-B163-4F83-ACCE-EDB2E22AF548}"/>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22F150DF-5A71-4E8F-B69D-0BE91471A342}"/>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B801C161-044B-4D83-A970-43AB0E64A668}"/>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7EA43E8E-721B-4AE7-A3C2-6AB342DEA573}"/>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9630446-5728-4B2D-9D12-C927A5E0BF24}"/>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31FD1875-18E0-43F9-9010-E6E0C40327AE}"/>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DAA51320-C502-4AFF-BF48-73456EC8F540}"/>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EB064539-46B7-482C-80B0-7FDE42F93A9D}"/>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E95707BD-03AB-4534-B8ED-D32FAC935437}"/>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551FDA94-7A06-4F60-9E33-1EDBDF4FD38C}"/>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EEA9B9C7-02D6-4A89-9CDF-F17B111BCC2D}"/>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 lists in the current implementation</a:t>
            </a:r>
          </a:p>
        </p:txBody>
      </p:sp>
      <p:sp>
        <p:nvSpPr>
          <p:cNvPr id="29" name="">
            <a:extLst xmlns:a="http://schemas.openxmlformats.org/drawingml/2006/main">
              <a:ext uri="{FF2B5EF4-FFF2-40B4-BE49-F238E27FC236}">
                <a16:creationId xmlns:a16="http://schemas.microsoft.com/office/drawing/2014/main" id="{1C72D62C-98B1-496B-B509-6BABFB790D93}"/>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p>
        </p:txBody>
      </p:sp>
    </p:spTree>
    <p:extLst>
      <p:ext uri="{BB962C8B-B14F-4D97-AF65-F5344CB8AC3E}">
        <p14:creationId xmlns:p14="http://schemas.microsoft.com/office/powerpoint/2010/main" val="107535741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48B733-B68B-48E3-B76C-814D5767808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08277AA5-5570-40B0-A4D8-C8EEAF396AC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C03DDE34-55F9-4F0D-ADFD-8EF5B3F1437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C5DE1E-A69D-45C3-8A1D-F145A3AC5E4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E2F9802-9712-41F9-8FEE-FAC32837515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9057FAA-3111-42DD-9B70-19E83DF0705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46E266F8-AEED-4782-8B0C-8DA4F2BDA781}"/>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FAB5174E-0A31-4FAB-81C2-C7DFA2D2C426}"/>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D3DCDDAD-7A0D-4FEA-B1D8-30716EF808B2}"/>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84470029-080A-4415-B328-E42E7E3A55EA}"/>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0ABA143B-1C15-44AF-9EF7-AA92736159A4}"/>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855F9B95-70E4-4C66-8B89-126BA07E65BA}"/>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36B0AFB9-66D8-4828-9236-5E747F0FA505}"/>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E33A5852-5A62-4505-8369-8F2D8DA0EB58}"/>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2BDEA94F-A8FE-48CE-BB9D-A7662F2149BA}"/>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49344DE8-5D84-439D-A9ED-4941D6AF6C82}"/>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69E5B361-FFA6-4708-AEB9-7D459F786587}"/>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210CAEB6-FA74-485B-9C8C-D76C568FA34F}"/>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43475A2F-CB2B-41E1-B74C-858CF7D9E209}"/>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B3A18B6F-FAE7-423D-8B25-650C13D8B311}"/>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31443033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E00917F-7E02-4A06-80F4-33B05ABACB2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3693D8C2-8D88-45D8-B0A5-D234A61176D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794D21A2-D40F-4796-BFF7-6EA1A1DFAC2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88A2D76-91F3-4B4C-A777-F3F7376F40C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FE8BBBA8-7F5E-421A-B565-D2124A556021}"/>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B6B8E42-2CEB-49BC-958E-8EF901F8300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45FFCD13-0E74-47C4-9C14-E2B5659F772C}"/>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B4F1447F-5AE7-479E-A94C-CB782B363C13}"/>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51F32FF4-D3DE-4099-AE60-A68EBAC9B5BA}"/>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18E322A4-41C2-441A-956E-7641D1470521}"/>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A9DD47C9-9F76-4E47-9D53-730893993EA9}"/>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38"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39"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7D1EC7D-FCC0-40E0-8268-8B3A08209C36}"/>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F94F0154-C1F7-4862-9F3C-0D3F1823C3FA}"/>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E7D30B6C-14DE-4F11-A8E9-E4F7AF5B6DCE}"/>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7C6F4F46-C3B1-4DB6-B13C-93D2DB0A8CF5}"/>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DA62581A-ACA7-4883-B773-3C889A4C366C}"/>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B6CDC7A0-8A6D-4DDB-BE10-3C1388273DE5}"/>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ADD2DA64-3722-42B4-B8A7-9CA073E871E9}"/>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CEEDDA1C-CC25-44F1-A9A5-3099D29EA72E}"/>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25E8E927-3872-40B3-9129-CE8DEC547C67}"/>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0601265E-1099-4F17-B68A-D8AD8A96EF90}"/>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50"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E1295BD3-762F-461D-850E-EBBB827300B7}"/>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2941A575-029F-44E6-BB0D-2E7EE95F6D98}"/>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343137165"/>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2412C13-D138-4366-BCAE-28057FF26DB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FE0A8256-2EFB-4E61-A531-F1A350E2549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control flow and reflected orientation</a:t>
            </a:r>
          </a:p>
        </p:txBody>
      </p:sp>
      <p:sp>
        <p:nvSpPr>
          <p:cNvPr id="3" name="">
            <a:extLst xmlns:a="http://schemas.openxmlformats.org/drawingml/2006/main">
              <a:ext uri="{FF2B5EF4-FFF2-40B4-BE49-F238E27FC236}">
                <a16:creationId xmlns:a16="http://schemas.microsoft.com/office/drawing/2014/main" id="{F61CD364-8AB0-4F7A-96B1-8FEBC298871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8BB2C5-D515-4323-A41C-C42862C257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ADC07D3-183B-4F92-A022-C6537A7811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0850466-EE69-44A8-AB36-6A6817440C3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7253AA9-5234-4198-A953-49F395F37998}"/>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D34DC77E-5B0E-481E-83FC-B975EC4F1156}"/>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20B6D780-5287-4A2A-9E4C-7EA477C0F82F}"/>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13BB1AD6-DCB8-4811-A92E-4AACF36F408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8777D564-F3DD-4C00-8BAE-D19A9DAA205F}"/>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55531557-4C14-4867-94EE-C990E69F5A11}"/>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687ADF1A-427B-42C1-BCB3-FFA52D0A7FD1}"/>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D6740C00-CF00-40C0-A707-6EEF698BA207}"/>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A5F5B7D-DED1-4507-854B-7270204B7FBF}"/>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63236A10-1D0D-4A0E-A3AF-7C4F29802BD6}"/>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B39A619C-3FFB-4372-AC16-7B542A6F470D}"/>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159E49E5-E206-476E-9FE6-C0D0E9D3C888}"/>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DD3ED06B-F3E8-4578-9B66-EF53B8E7C6CC}"/>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3C88C250-3D14-4DC3-98CF-36DC983A24A7}"/>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DF5A1BD5-3BD5-454C-9977-7F39F1EA0647}"/>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69ABFCC9-FD52-4A94-A5D6-D74AA43A56C6}"/>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F27DD430-E767-42A4-9BE4-2B9302F97304}"/>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786817E-2D08-4C5C-ABD4-87BDA8CDA85C}"/>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63"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4"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5"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6"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7"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F06BA3CF-F607-4A0B-B6DA-CB027852A35E}"/>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FA24A531-E165-4A5E-ACC2-FF1070A8DC3A}"/>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B170ED51-4B21-4D0E-9690-4E05435FA1B8}"/>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4CCD361C-C50F-4D6C-AC74-F194F01ED0BD}"/>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77B9DF26-4948-4CDC-A892-9333C07DE774}"/>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B71DF38-3734-483B-A0BE-D7897D1CEFEF}"/>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17BDA841-FBF6-470B-A02A-5D04638FFC93}"/>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AF8E8744-DDA7-4AED-ADEC-E4524151F365}"/>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872FB400-5206-4FE9-916A-41161B9E4CF8}"/>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Tree>
    <p:extLst>
      <p:ext uri="{BB962C8B-B14F-4D97-AF65-F5344CB8AC3E}">
        <p14:creationId xmlns:p14="http://schemas.microsoft.com/office/powerpoint/2010/main" val="680686428"/>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DFF3B44-2D4C-4FA8-A131-23017F1501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CD48931C-18DB-4BC2-A99E-15A3E2C391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F419E47B-48ED-4711-ADA0-2C021B89FB8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24E6DC67-6361-4B97-AB8C-D78AA8FDF73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184973-AF41-4A64-BEDB-D02EBB853D1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C66B9FD-C1FA-42E5-BADA-DB90560B0E1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6A2A90DC-320C-4888-9121-FCA32F31E2F4}"/>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4F6893B1-2A7E-4DBF-AA1E-63A716F9B86F}"/>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F0590AAD-B774-481E-A256-A798AEB8F06B}"/>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285D6303-2CDC-4E48-968D-61E61CF57A20}"/>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4FB1025A-AD69-4FCF-BA13-1224256206B9}"/>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C0AED91A-5AE0-4F60-9BF1-AAFEEA33B3F6}"/>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0BC3307D-200F-4376-A1CE-1F4E3379FB41}"/>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1F4CD8B4-00F7-41BF-979A-42450A2C1663}"/>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B5F06001-2DE3-4FEF-8029-0EDFAE69D81F}"/>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658EC519-6518-4C06-BD7D-8CE7F3EA9283}"/>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D2D70831-D955-497F-9A92-70C9295D439E}"/>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9AE9C38F-25F3-45CD-AEF9-F2D3E9866880}"/>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463F82C-89EF-42B5-A761-05B4C940D2B3}"/>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EAAE72FB-3EFA-438F-9152-DFCE9A8BEBC3}"/>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AF06E509-04CD-4FB0-B8B8-6C4898958FC7}"/>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0150611D-A03A-4F10-ABB7-53A52F060AEF}"/>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18A34A0B-7CD5-4297-8F12-E844C3D193DA}"/>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911C2938-DBE6-4532-A47C-84CBA7D2DE0B}"/>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8D7966AF-B661-4B7E-B454-B4457804F67C}"/>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30307E2-66CA-4BA2-82BC-D12B605F8E86}"/>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8A9B6353-A173-47B4-A73A-78F24469519E}"/>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E335B674-1918-4C90-841C-9BBAE7B5C347}"/>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490C7D3C-9160-4BE3-BC57-72AB7D4AD760}"/>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641983417"/>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4EF2641-7651-4F6D-AA66-506D4AA9DBC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6BD32007-2845-4A0E-9911-A698D4854C6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0A3296CA-B015-4589-9E62-AC9D70C2D2B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7235E4E-C7A5-4A76-AE81-587232E10EB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1A5B7F5-AF32-48EB-9222-FEB468861B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9D89DCE-4BD6-4924-9A4D-190F3BBD886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854B8CE0-68E1-4FFE-8B22-E50538816CEC}"/>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4FB12657-16DA-459C-85E9-EC5035DE26FF}"/>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DC07B830-45D9-4785-ACB0-73178A92228B}"/>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D6183F62-C257-499B-BA0B-A2343780626B}"/>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795296A3-AD91-47D9-8FD7-3575506D5D44}"/>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4CE48695-C98D-4386-A7A2-AE89C487AF8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D6DD01FE-F50A-4FA8-BABC-F29F5F29CF8C}"/>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A42FC381-2369-420E-B012-0E6EE1763431}"/>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8243A0F3-4515-4E5D-A8B4-04E90B55DFFD}"/>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41C3A71F-16C6-4C3F-A356-F866B425D444}"/>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30580AE7-B354-420F-B49D-14555BC9582B}"/>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554CD6DE-D37C-4C03-8624-F350D80AC809}"/>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FDAD2B8F-6BCD-4AA2-9F2F-D71332B7CA94}"/>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23C6E3B1-2FFC-4881-9C4B-88DC7FFA5599}"/>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B33E9C2B-E781-46D5-BD7B-18D5C2823FF2}"/>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858C3A68-77A4-4B19-99A4-899E0C9FFF2E}"/>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6192BCFF-9554-4B2E-997A-BC9CAFF1B1A1}"/>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2B012FAB-A1ED-4F84-AA62-775052E16200}"/>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18797353-99E7-4CAA-8AD3-46FACAC0D60E}"/>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783CD77E-CFF2-4B9D-8BF0-EA5A885B40EB}"/>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FFC32EA3-4E21-405D-B37F-E3F04841BEE3}"/>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6E43DF9D-2F19-4ECA-B280-FA70C2ED555A}"/>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D69AA4C-CC7D-42D1-BB3B-1DF237B0218C}"/>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D60F4464-1112-415E-990E-0202EB64DA79}"/>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933092093"/>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FB401E2D-C5E0-4C73-B40D-9E567026E7F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70B431C0-7F4A-4646-8B4F-B1655611E54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3C9C8D93-5C2F-4DF1-A110-7AF547E9B5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6353A3E-207D-42DE-9EFA-38FDFA0D3BA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B003E8-D079-4E52-AD72-A6E41DC7F8A9}"/>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DE295B48-550A-4C9D-BAB1-41288E2DA42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49C7CE1C-D66E-44EB-B697-7D68D4C0EF4C}"/>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8221BD8A-8447-44BE-BDDF-80AF3F98346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1ACD43D2-60AB-4D82-9BA0-44852F5EC3F8}"/>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65C6159B-AB42-4617-AEBD-78497AF367F6}"/>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BC47E52-2542-4439-8E61-1A86AA0A930F}"/>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C1BF3505-D9E6-4DCD-954D-C06744EB94F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8C7F0633-17C9-4752-9509-AEDF0ED2216D}"/>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C2B0C6AC-0C23-48E4-B054-EADCBBDC65DA}"/>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A0C73410-7B0C-40AB-89EA-F1E5D5A315CA}"/>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C1F08A1E-CA01-40BC-927C-3A002E2F1DD0}"/>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4D97030A-4CCD-4AF9-A689-EC6E6EC00EA8}"/>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A379EC3D-2B1C-498F-935D-1DDC241FA223}"/>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86DFECA7-9B4E-465C-B416-7A6B7C3C270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106A51DD-DABE-4309-967D-ABF5E2884DD6}"/>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68FBB827-7954-4251-815A-AF1B558965A5}"/>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09F81E1-0A9F-4E2C-B98B-199C97337A20}"/>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E3B38425-E4AA-491E-9AEE-3D44D379AB71}"/>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DDFACD43-0D24-44EA-8768-C730F26AC129}"/>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F1D922A2-36BC-4C65-AF5C-4A0A483A90C7}"/>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E3472FFF-0617-4984-98E8-5FB647F28D6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6CDE1766-206E-476D-8788-D4BFCF217BF7}"/>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3A7F7763-2F85-462B-BC8E-BB4ADD06136A}"/>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7FE88211-7E33-4CE3-894A-8E147185122E}"/>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F08D3A0-38C7-45A8-BFF5-0BBD95B107A2}"/>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C681B3CC-A1CD-40F8-94C6-035C2AB57D8C}"/>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133B55E1-5FC1-46BF-9DBC-1B33B52F0ACA}"/>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9BAF103E-8122-41F9-B9BF-F247AF801CB8}"/>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DCF80717-3BB5-4962-B009-95E1CA234081}"/>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09F32759-E185-4E27-AFBD-668F56A7D3D9}"/>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4968E028-8288-46D5-9A1F-5A8123E743C2}"/>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24BFCC10-F758-4F36-A896-7A717F29763E}"/>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E68ABE82-7AA0-4E02-A58A-AA08AEDAA477}"/>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360303FE-8473-450A-84CE-306340A21F39}"/>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C2E354DC-9A42-4ED3-A124-43505450DDF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A84D4D58-562A-438F-A9F2-571C116F8A13}"/>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686660708"/>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3F094BB-CE19-4AD3-B87F-14D6E851B38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19A1ECD9-9E3E-45C6-BA9C-59D26445B51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C3082634-D6F3-4026-B5CF-40196227B1A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18289D5D-C882-4408-8106-5919D9B832B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41C4E17-B88B-45B7-A6B1-796C7C0B9A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FA14789-31E6-4EF8-ACCB-183BE4AFC1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20DE47C2-D6E2-4723-AF19-C24F87BB9DAA}"/>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0726BF0-D68C-405B-BC73-20D27CDA56DA}"/>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EXPERIMENT OUTPUT CHECK</a:t>
            </a:r>
          </a:p>
        </p:txBody>
      </p:sp>
      <p:sp>
        <p:nvSpPr>
          <p:cNvPr id="9" name="">
            <a:extLst xmlns:a="http://schemas.openxmlformats.org/drawingml/2006/main">
              <a:ext uri="{FF2B5EF4-FFF2-40B4-BE49-F238E27FC236}">
                <a16:creationId xmlns:a16="http://schemas.microsoft.com/office/drawing/2014/main" id="{822ABF15-0A71-47DE-B5F2-EFCBDF8D7D6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DF2ED6A0-FF25-4F01-8EC5-3A4FEBF9785B}"/>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EA5D4B5A-1906-4C08-8399-D881B68EDBCE}"/>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2" name="">
            <a:extLst xmlns:a="http://schemas.openxmlformats.org/drawingml/2006/main">
              <a:ext uri="{FF2B5EF4-FFF2-40B4-BE49-F238E27FC236}">
                <a16:creationId xmlns:a16="http://schemas.microsoft.com/office/drawing/2014/main" id="{9587A61D-6027-4FA2-BAC4-C6C585F6ED4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3" name="">
            <a:extLst xmlns:a="http://schemas.openxmlformats.org/drawingml/2006/main">
              <a:ext uri="{FF2B5EF4-FFF2-40B4-BE49-F238E27FC236}">
                <a16:creationId xmlns:a16="http://schemas.microsoft.com/office/drawing/2014/main" id="{4D8C6C7E-3621-41BA-9A02-EA3CD417B021}"/>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4" name="">
            <a:extLst xmlns:a="http://schemas.openxmlformats.org/drawingml/2006/main">
              <a:ext uri="{FF2B5EF4-FFF2-40B4-BE49-F238E27FC236}">
                <a16:creationId xmlns:a16="http://schemas.microsoft.com/office/drawing/2014/main" id="{627A32BA-B682-41BE-8C06-824005C7F8DF}"/>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5" name="">
            <a:extLst xmlns:a="http://schemas.openxmlformats.org/drawingml/2006/main">
              <a:ext uri="{FF2B5EF4-FFF2-40B4-BE49-F238E27FC236}">
                <a16:creationId xmlns:a16="http://schemas.microsoft.com/office/drawing/2014/main" id="{7AFF28C6-23D1-4FD0-B74F-807AF90D237C}"/>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3CCC33E9-DA35-4132-8EB6-2F31A9DB7BCF}"/>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7" name="">
            <a:extLst xmlns:a="http://schemas.openxmlformats.org/drawingml/2006/main">
              <a:ext uri="{FF2B5EF4-FFF2-40B4-BE49-F238E27FC236}">
                <a16:creationId xmlns:a16="http://schemas.microsoft.com/office/drawing/2014/main" id="{2304C8FF-45F3-4961-8893-7BA78956EFD5}"/>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8" name="">
            <a:extLst xmlns:a="http://schemas.openxmlformats.org/drawingml/2006/main">
              <a:ext uri="{FF2B5EF4-FFF2-40B4-BE49-F238E27FC236}">
                <a16:creationId xmlns:a16="http://schemas.microsoft.com/office/drawing/2014/main" id="{242FA285-BF04-4229-A280-67430829F650}"/>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9" name="">
            <a:extLst xmlns:a="http://schemas.openxmlformats.org/drawingml/2006/main">
              <a:ext uri="{FF2B5EF4-FFF2-40B4-BE49-F238E27FC236}">
                <a16:creationId xmlns:a16="http://schemas.microsoft.com/office/drawing/2014/main" id="{C85EF987-1FC2-4B46-B451-C84F2FE0DCCF}"/>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0" name="">
            <a:extLst xmlns:a="http://schemas.openxmlformats.org/drawingml/2006/main">
              <a:ext uri="{FF2B5EF4-FFF2-40B4-BE49-F238E27FC236}">
                <a16:creationId xmlns:a16="http://schemas.microsoft.com/office/drawing/2014/main" id="{61B3455F-E932-48ED-AF0B-5EF8B53A5601}"/>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21" name="">
            <a:extLst xmlns:a="http://schemas.openxmlformats.org/drawingml/2006/main">
              <a:ext uri="{FF2B5EF4-FFF2-40B4-BE49-F238E27FC236}">
                <a16:creationId xmlns:a16="http://schemas.microsoft.com/office/drawing/2014/main" id="{FB0356B3-8256-4C8E-B6EA-E965A5544ABF}"/>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A separate validation path checked that the saved outputs match the fixed experiment setup and recomputed summaries.</a:t>
            </a:r>
          </a:p>
        </p:txBody>
      </p:sp>
      <p:sp>
        <p:nvSpPr>
          <p:cNvPr id="22" name="">
            <a:extLst xmlns:a="http://schemas.openxmlformats.org/drawingml/2006/main">
              <a:ext uri="{FF2B5EF4-FFF2-40B4-BE49-F238E27FC236}">
                <a16:creationId xmlns:a16="http://schemas.microsoft.com/office/drawing/2014/main" id="{429CE395-EA45-4B5E-B91F-6BE479A987D8}"/>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Full consistency checks: Backup C</a:t>
            </a:r>
          </a:p>
        </p:txBody>
      </p:sp>
      <p:sp>
        <p:nvSpPr>
          <p:cNvPr id="23" name="">
            <a:extLst xmlns:a="http://schemas.openxmlformats.org/drawingml/2006/main">
              <a:ext uri="{FF2B5EF4-FFF2-40B4-BE49-F238E27FC236}">
                <a16:creationId xmlns:a16="http://schemas.microsoft.com/office/drawing/2014/main" id="{C29301BE-C6CD-4270-AEB1-C259A03F7CF2}"/>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51177922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132C4AF-4920-4492-B41A-2D62156D71C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3124DBDF-FB83-4478-8F36-9E57029AE5F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19E68C4D-7D2E-46D6-8769-EE6F78671F3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DD76055-1638-4ED2-986E-2FC3E7A7BDD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5D2745E-1A26-49E0-AF8D-E8A8670D337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6B54EC2-3794-446D-A313-E9117737BC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FF72416-7A54-453B-A455-1BE4939CA2B0}"/>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B0706F22-55DC-4BFC-9E76-BC8627A91C70}"/>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E4EBC13E-170E-4481-9DA0-4ABF7EA20C36}"/>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67B9993F-C446-43BE-984E-3FEFEE6506D3}"/>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42DCB787-35AB-43E3-8D74-F849F9E9156B}"/>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828CE6B7-BCA0-4567-881B-201ECF7137B9}"/>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A308DFFD-5CFE-4102-8540-E466DE5F48CE}"/>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6DDE7832-4362-43D0-A593-CC8EEC2F29B4}"/>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D3FE9FC8-5403-4A74-A352-EAB1FA22C309}"/>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A4F4883B-5F3E-4C21-8DAB-A31F5605A6B5}"/>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825CD1BD-32D7-433D-8E3C-F6D781AF0E76}"/>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FAEDC86E-5C9E-44D6-9A6A-177CFF79C045}"/>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AAF7E717-4DBA-40E9-A5F0-14B289AD46C6}"/>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ADABDF03-47B7-4BA4-9B79-83F0AAE6783C}"/>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1092CEB5-E7AE-472F-8918-13456F8891A0}"/>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FFEAEBE7-35DF-4C71-B3F9-C1EEAF9B33C4}"/>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9A4414E3-5702-4E34-968F-FDC8C6E8A726}"/>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65"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6"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7"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8"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9"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70"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1E99362-759C-49B9-9033-6892EBF2A93B}"/>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08934BD8-30A9-4463-BB7F-CF25191B50A6}"/>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1BA67164-2681-4314-8A78-D9DD35735DC9}"/>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0EA711B9-BC78-4B2A-8D3F-34BAA65CB4C3}"/>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C43E5F16-5EA3-47C2-AB39-E98180A0F409}"/>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E2264E6A-1413-488E-A9FE-D37E0B221652}"/>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75B0C86F-3309-443F-8E59-21DC01E84529}"/>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6D7891F7-5560-4666-AE3A-6C237F5877BD}"/>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DA2F0CE0-C291-4726-A402-E0C2FB8B7F1E}"/>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5B521CB6-7B3C-47D4-89E2-1B67DC7A7E17}"/>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83C73DB-0854-474C-B90A-3EB35FD4DE3B}"/>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447EFD12-684B-4D6D-82B1-51A229D4DEE3}"/>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p>
        </p:txBody>
      </p:sp>
    </p:spTree>
    <p:extLst>
      <p:ext uri="{BB962C8B-B14F-4D97-AF65-F5344CB8AC3E}">
        <p14:creationId xmlns:p14="http://schemas.microsoft.com/office/powerpoint/2010/main" val="1716834103"/>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C2E0E2-7D30-4239-9730-043A649F058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274879BC-0762-4661-A997-19B83007BD9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evaluated cases returned the correct output</a:t>
            </a:r>
          </a:p>
        </p:txBody>
      </p:sp>
      <p:sp>
        <p:nvSpPr>
          <p:cNvPr id="3" name="">
            <a:extLst xmlns:a="http://schemas.openxmlformats.org/drawingml/2006/main">
              <a:ext uri="{FF2B5EF4-FFF2-40B4-BE49-F238E27FC236}">
                <a16:creationId xmlns:a16="http://schemas.microsoft.com/office/drawing/2014/main" id="{54BB8D10-52A7-4351-8136-2B08A0F088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38891AC-4ABA-4AC9-AB58-DCE6ECFF32E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D19904-3D9A-42D4-933E-4BFF2BAF87A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01549C78-4A15-46F5-9094-5230858853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13BA1E2B-B978-4583-97EE-8BCD196E7998}"/>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BF8AE45C-575B-4D3A-BEE7-8A9C41E24A9A}"/>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FA4E967F-3E03-4E76-ACA9-FBDAE5DE1B47}"/>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0E7322BD-C137-4BFA-AFFB-AA801CF3CC84}"/>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F2BE177E-D7E2-4DA4-9AF4-CDB775E225F7}"/>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B4E85005-C4C4-4F12-A29D-A2A1F2524111}"/>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C7801FEE-A445-431F-9DF1-B10350D2E5A7}"/>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A7AD7B16-0A45-45C5-8BF1-3B1F8B6D83D6}"/>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E98E9E80-ECE6-47E5-8BE5-6ABFDCB77F1D}"/>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41061282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25E849-E3A6-47B4-B00C-33AE89159FC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E703B348-69F3-4565-A620-A274E193202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BBA1E6EC-8859-4A24-A741-4EC4489DFCF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3ED974-9581-4084-9AE4-A264EBAAD37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4FB2DF8-8A86-4EB2-9707-2239FA165118}"/>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4E86C29-3F32-4524-AD47-64CB3491C1E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5"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a03577e6470f40b8"/>
          </a:graphicData>
        </a:graphic>
      </p:graphicFrame>
      <p:sp>
        <p:nvSpPr>
          <p:cNvPr id="8" name="">
            <a:extLst xmlns:a="http://schemas.openxmlformats.org/drawingml/2006/main">
              <a:ext uri="{FF2B5EF4-FFF2-40B4-BE49-F238E27FC236}">
                <a16:creationId xmlns:a16="http://schemas.microsoft.com/office/drawing/2014/main" id="{946911AC-E250-42AF-ABB5-24E688E56EFE}"/>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52063DC-A5B7-491E-9BA0-CA1ADF88C88B}"/>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94D78D45-A39E-4546-935C-B246A77460D5}"/>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EC76C15F-EBCF-4A62-B8D4-37FFF06D1A83}"/>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B75DD24-25B4-494D-BBB1-2DD4DBC5FEE7}"/>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306648A3-8990-4865-9FE8-BA25C6F6509B}"/>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FE1D1C47-F8C8-4B42-8859-BA94F3A40049}"/>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D2FA35B6-450D-437B-914A-37AB54462C47}"/>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649B020C-7848-4F40-AE00-6EC6B470B4D5}"/>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297A9124-DAA7-4078-9ED1-BBEB108D867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D9BAE94A-A71B-408D-BDFA-573B28DA1CFC}"/>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391756224"/>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49D3F5-7748-4EA7-86C8-F33A5F16790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A0CAD3D1-16AD-41B8-805D-EB53FA76780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E4064EC9-40E1-4255-8664-CD372628150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50C5905-8768-4E09-9F5A-2C51139B31A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1E6FC90-EE01-406F-9507-197E0CB382A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7418FE0-E356-416E-BAF2-3E596ABAD7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1960CDD4-3484-43B7-8F24-DBD70C4C2DC3}"/>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2D9AD4BD-B015-493A-9742-08B86C76B6CD}"/>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D1803D99-742F-43D5-AAEC-0A2BF0BE8E09}"/>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1D9FD332-FFCB-40D5-8230-65EF5D9E864A}"/>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5F9CF2F3-5AD7-45D7-A1A3-89F33B814D7A}"/>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92BD5FE8-B11B-450B-86CF-FB65E6DFC96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3EC2EE22-2CE1-4675-9735-50813777BABA}"/>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98DB842-A019-49FB-96EC-BBF12B4DD1F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a recorded runtime trend for the evaluated cases</a:t>
            </a:r>
          </a:p>
        </p:txBody>
      </p:sp>
      <p:sp>
        <p:nvSpPr>
          <p:cNvPr id="15" name="">
            <a:extLst xmlns:a="http://schemas.openxmlformats.org/drawingml/2006/main">
              <a:ext uri="{FF2B5EF4-FFF2-40B4-BE49-F238E27FC236}">
                <a16:creationId xmlns:a16="http://schemas.microsoft.com/office/drawing/2014/main" id="{6A61BA01-FEA2-4EBC-93B1-F23C0089ABC1}"/>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AAB1C6BE-B10A-4DF9-A3FB-E4E3FAB84844}"/>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0EF8C973-3072-41DA-AD1C-A16A40652BA6}"/>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CD2EDDF-D51D-4E9F-92CD-A6EA20E09FEC}"/>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4531ED7-0B81-4B8B-9FCD-875637FC2E1B}"/>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1275000473"/>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79511C-A080-4341-8FD6-00597062F67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NEXT STEP</a:t>
            </a:r>
          </a:p>
        </p:txBody>
      </p:sp>
      <p:sp>
        <p:nvSpPr>
          <p:cNvPr id="2" name="">
            <a:extLst xmlns:a="http://schemas.openxmlformats.org/drawingml/2006/main">
              <a:ext uri="{FF2B5EF4-FFF2-40B4-BE49-F238E27FC236}">
                <a16:creationId xmlns:a16="http://schemas.microsoft.com/office/drawing/2014/main" id="{CBF3D366-443B-4E84-850D-34D0935E0BC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Possible next step: a finger-tree backend</a:t>
            </a:r>
          </a:p>
        </p:txBody>
      </p:sp>
      <p:sp>
        <p:nvSpPr>
          <p:cNvPr id="3" name="">
            <a:extLst xmlns:a="http://schemas.openxmlformats.org/drawingml/2006/main">
              <a:ext uri="{FF2B5EF4-FFF2-40B4-BE49-F238E27FC236}">
                <a16:creationId xmlns:a16="http://schemas.microsoft.com/office/drawing/2014/main" id="{46A58543-D5A2-4305-AD5D-EBE90898698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A041079-AF76-4613-B1FB-B9F0168043E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EDF9E8F-2EB8-4981-9344-0CD2EA93DD9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CF62471-D770-42A2-A22C-6D1D0A37A4F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ADA62E34-8AF8-4637-AB2E-E28BCB7397B1}"/>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i="0">
                <a:solidFill>
                  <a:srgbClr val="102A43"/>
                </a:solidFill>
              </a:defRPr>
            </a:pPr>
            <a:r>
              <a:rPr sz="2100" b="1" i="0">
                <a:solidFill>
                  <a:srgbClr val="102A43"/>
                </a:solidFill>
              </a:rPr>
              <a:t>The ordinary-list implementation provides a tested reference point.</a:t>
            </a:r>
          </a:p>
        </p:txBody>
      </p:sp>
      <p:sp>
        <p:nvSpPr>
          <p:cNvPr id="8" name="">
            <a:extLst xmlns:a="http://schemas.openxmlformats.org/drawingml/2006/main">
              <a:ext uri="{FF2B5EF4-FFF2-40B4-BE49-F238E27FC236}">
                <a16:creationId xmlns:a16="http://schemas.microsoft.com/office/drawing/2014/main" id="{51829D50-2489-4503-8FB7-EBD4A8F3EB38}"/>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5F3"/>
          </a:solidFill>
          <a:ln xmlns:a="http://schemas.openxmlformats.org/drawingml/2006/main" w="14288">
            <a:solidFill>
              <a:srgbClr val="2A9D8F"/>
            </a:solidFill>
            <a:prstDash val="solid"/>
          </a:ln>
        </p:spPr>
      </p:sp>
      <p:sp>
        <p:nvSpPr>
          <p:cNvPr id="9" name="">
            <a:extLst xmlns:a="http://schemas.openxmlformats.org/drawingml/2006/main">
              <a:ext uri="{FF2B5EF4-FFF2-40B4-BE49-F238E27FC236}">
                <a16:creationId xmlns:a16="http://schemas.microsoft.com/office/drawing/2014/main" id="{67D15C1E-34A0-4F9F-ADEE-B2F5A66D81EF}"/>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2672"/>
          </a:bodyPr>
          <a:lstStyle xmlns:a="http://schemas.openxmlformats.org/drawingml/2006/main"/>
          <a:p xmlns:a="http://schemas.openxmlformats.org/drawingml/2006/main">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p>
        </p:txBody>
      </p:sp>
      <p:sp>
        <p:nvSpPr>
          <p:cNvPr id="10" name="">
            <a:extLst xmlns:a="http://schemas.openxmlformats.org/drawingml/2006/main">
              <a:ext uri="{FF2B5EF4-FFF2-40B4-BE49-F238E27FC236}">
                <a16:creationId xmlns:a16="http://schemas.microsoft.com/office/drawing/2014/main" id="{C87785DE-9D5C-4654-88BC-F558A6A9C287}"/>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Discussion with the supervisor</a:t>
            </a:r>
          </a:p>
        </p:txBody>
      </p:sp>
      <p:sp>
        <p:nvSpPr>
          <p:cNvPr id="11" name="">
            <a:extLst xmlns:a="http://schemas.openxmlformats.org/drawingml/2006/main">
              <a:ext uri="{FF2B5EF4-FFF2-40B4-BE49-F238E27FC236}">
                <a16:creationId xmlns:a16="http://schemas.microsoft.com/office/drawing/2014/main" id="{C51E7204-7828-4B5C-812C-5BF14D1E4B3A}"/>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02A43"/>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322268DB-FCF0-4E75-99E6-2A52ABA6D78E}"/>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p>
          <a:p xmlns:a="http://schemas.openxmlformats.org/drawingml/2006/main">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p>
        </p:txBody>
      </p:sp>
    </p:spTree>
    <p:extLst>
      <p:ext uri="{BB962C8B-B14F-4D97-AF65-F5344CB8AC3E}">
        <p14:creationId xmlns:p14="http://schemas.microsoft.com/office/powerpoint/2010/main" val="66778640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1995CCAB-68D4-4B41-B270-820AEBB0408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14B50AF5-0824-45B7-84A9-F0920BE304E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76A0DCE7-4ED3-434D-A66E-5035A2D143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7D0D0149-DD0A-4AFE-9477-F5141C0584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510B5BE-E112-4455-B439-776FA5BE082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6F4E4FD6-D1B9-4668-B289-6ACFCFB2D9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41449a41ec4f4b18"/>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11249F4-275C-4D61-96C2-9B0DA9C1BF47}"/>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AD313A29-FA98-4CEB-AEDA-1EA2FB992FAE}"/>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AA564752-E826-4B89-B5B1-40E7CB61CD2D}"/>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B1851BA9-A1BB-4C1D-85FF-5B436E7A1972}"/>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9D2C2005-E626-4DD2-93E3-4C518844A53D}"/>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F5D8C28-2F1C-413B-95AE-6DDAECBC4494}"/>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F2C3D5D4-6D8B-422A-B1E8-3F724FB89110}"/>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67B374AF-2C19-4BEF-9BA9-AC3E977F9778}"/>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6E277C52-E325-4A27-9FDF-529EF226831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E2F01695-0F70-4A99-920E-47C8CD09CCF2}"/>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60B505FC-5BF0-4D8C-8FF1-659F0325386D}"/>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D687488C-A871-4F41-8B64-A7F1EEE110EA}"/>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E7238D34-C4D6-49FB-B0C9-14BFFCADE459}"/>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304BCA33-68DB-4F0E-81B9-453DB1779B00}"/>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BBE24EC2-71D4-4999-A118-25B03B936536}"/>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B8607202-7325-4D52-BDE7-9B3AF69D46F0}"/>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2D7036E5-C072-4190-8272-0FE4C9298F9B}"/>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6668D75D-0F01-4D4F-995F-5FBBE5070F2B}"/>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C1D9CFCA-3CFC-4EF7-BF0F-5C3DE7E27006}"/>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E9FBDE9A-03DE-4257-B063-695B4E9BADDF}"/>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5951C860-8708-4F2F-8D42-96556262815E}"/>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445E4EEC-894C-4EE9-B836-875770D5F270}"/>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D9A6B4CB-0DA9-4E31-A36D-BAB77533B28D}"/>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4BB32664-C98D-4626-B46A-DAB28D8FC4AD}"/>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15D77E91-DAE1-4791-B671-22CDDF0E2925}"/>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415727ED-D9CE-4AC7-88C4-E5D6F6A9E56D}"/>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29890758-8E20-445E-ADBB-1C6764CA5669}"/>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B48B9A1D-C467-4E63-8960-F2E75DE491EE}"/>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FBF454E7-DD5A-46C0-8106-CF58F64943FF}"/>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B16D868C-3B39-40C9-BBDF-B6D42CED4CDB}"/>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D5C7D552-4850-42F9-92FC-6DA92A17DC53}"/>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A3EDCDFD-008B-4505-9646-566942016A12}"/>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236AFD4E-20D7-4039-B19E-8EB3A35510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A68A8945-8171-4F58-A591-BE2DFC138F96}"/>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231BC57B-58AA-4F3D-8624-8BAB2947E481}"/>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6EDB4090-A562-4482-99B7-8E3FCF898AD7}"/>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9D9A783C-D268-45E2-B4C3-2B1C0C4DE9B0}"/>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02E5C43C-44CC-45D4-AFBD-15B39F02A7B3}"/>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24DEE16-AAE8-4A49-8B01-156A9BC9BAF9}"/>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549C4D0B-C355-470F-A0F9-17D10C844D3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27E9FAF6-8574-45A2-BFE7-0AD116B74A62}"/>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583B328D-B6B5-416B-9238-739C949FABC3}"/>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7341A71D-5CF6-4395-81E5-C11B98A709E2}"/>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5788938B-65CD-4464-86A6-8D630719EF3C}"/>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67D6D650-7DF3-45C3-980E-A7EF31EB1042}"/>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7CE1C7AB-E44D-432A-9B0A-B602F6DD3CDC}"/>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2AC15408-D7A9-46BD-92AB-337FDFB19E21}"/>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FAF138B6-982F-4104-A981-7877F7493459}"/>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8ECE2548-4F19-4E72-A701-31FCF66E5443}"/>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074214A9-2839-4DB3-89D5-F207C716F028}"/>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216DF69D-BEE4-41AF-B9BC-E3B9D511F09D}"/>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25EE7473-E8D0-4777-9E4D-86AACBDB47C8}"/>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5C50A5FA-CB92-40E8-BF92-352AE2EDAB7B}"/>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A300F073-5A12-4C4D-81AF-851F04E0FE0E}"/>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483ACF50-B437-40C9-8F41-0BBE17811284}"/>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28C10C1E-1649-4AE9-953E-856484E64160}"/>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B06BA8BD-5701-4376-9E05-6BB747716668}"/>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307043971"/>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BE80D2-207F-4C33-9C91-B99226E0BE5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CAF91263-5838-4DBC-BCD3-69BD1FD57EB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4DEB3CC8-E781-4A0D-BC0C-C600AE6804B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C79B237-0570-4845-B0C2-9FB274FBF92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6CF26F-2F04-4A54-A6AC-4E418A4FF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F9AB10B-7BE0-4346-9159-4B09ACE3BDC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75CCC6D2-E9C9-4C53-AF63-E6997527B132}"/>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D14B8EF-628A-4DA4-8BFC-500F6C63199B}"/>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6472B8AC-CF45-4A76-93BF-4178CCB3FAED}"/>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93732A31-A6EF-47C2-AF24-078716197B79}"/>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537A2ADE-9724-4A58-933B-0C02ABAC5D59}"/>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BAF5B4B0-5CD0-483E-9885-04B917C40468}"/>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51E7A247-A831-4FDA-B955-3D50C0AF3A0E}"/>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3701EA68-7CE8-41E6-8734-6429C6C14739}"/>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DEF64C1B-FC00-4BAB-BD5B-DDB6544EC5B0}"/>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1707585439"/>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6E0837-DE6B-4D19-90B5-BD26CE3AF96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CCE6BFC1-ABAC-44E1-A4F0-95E944628AB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7A6C4F3E-910D-4DB5-8DD4-8F0C8AE89F3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E1DF901E-4FF8-4D27-9353-B681CB7325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2E7E065-18B0-4362-8682-6CE44F7F53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6F48280-2624-4D4D-9520-F06F671B7EE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C030B61D-EBA3-40C6-AFA9-326116896162}"/>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586562F3-F812-4249-AB50-40270BE59506}"/>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5FF72575-D692-4CB4-8B03-ECFEC2F076EC}"/>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D16A42BA-54A3-4C2F-989F-C15EF5E6E1EE}"/>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EA9C988F-05B2-414F-986B-20F9BE239654}"/>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22144C4B-1B29-43A2-B849-DC796790F0C2}"/>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642C8389-DCE2-40BA-BBA7-C5A2FD626B27}"/>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9643F81F-C258-441A-A3D6-37DA52F8A38C}"/>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B536E76F-7182-42F7-A07F-40821EA7FB67}"/>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50CBE8E2-81DA-4B79-8CB7-69F4423BEEC5}"/>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9B5F8790-2EDC-4BD9-952B-9DA1B44BECC0}"/>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52A24F72-9C69-4539-BECB-72E9E631F735}"/>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9B0D21D5-DD18-494C-A7A4-684DB03435BB}"/>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626D6474-6276-4EAD-8509-B24179A14993}"/>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BBDFDD15-43E9-4D34-9444-48B257A21ADA}"/>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7F5B4D60-D526-4DA1-90FF-2DAC92BC37CC}"/>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F55F2EA2-FEAB-4D0C-A491-7F1B4C922228}"/>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730224311"/>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222E2C4-D0C4-4C06-98C2-88CAF8F8BBA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A1D4846E-70D8-423F-A006-AADE3E476EC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B2767E35-EF24-42A7-8500-9B5F237DF4C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C732EE74-2D3C-4B19-935A-B66A0A9A72D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B06C93E-9343-4699-BCFF-BEE2A4D75F4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2D455AFB-EAB1-4FD2-B4A1-5B687A52DC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0C9B6746-AD66-4585-8715-34ABC7031E7C}"/>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452E8BCC-731E-4F02-B593-1A6297A64D99}"/>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6AF6299A-9145-4483-B4F7-6D3961714DF6}"/>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6E40FDD9-B094-43E7-8E9B-456064607098}"/>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50415B78-88D4-43E6-BD12-97177BF8DD5A}"/>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FBA5DCE2-EF00-4BFB-9F10-C3AAB7178ADC}"/>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602A7C0A-6825-43D9-9ECF-941DBD3053A7}"/>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EA693442-9BFA-4267-8571-F5ED6BD2F33A}"/>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70901597-8D4B-4235-8AD7-1BC7DCBC5F7C}"/>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3AE64915-3081-4A11-A90E-9496BA7D742E}"/>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EFB18510-AE0D-413D-8CCB-A9558B1C87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0E304E5-D4BF-47F4-B3FC-08E8A8D112EC}"/>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40D6F9A4-0B27-43BB-AD88-27FBBC6FE56F}"/>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622ECB0C-5B48-4324-A4AA-9B26CB2C87B9}"/>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87317F62-B972-4F57-9310-6C4DF84D22D2}"/>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A66B1FAC-32A1-4B4A-AC22-A552D201C6E9}"/>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9B703F15-FAA9-4220-BC7D-E2C585A4AC54}"/>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8E2A00D9-CB37-4775-8BE6-2986E4490EF1}"/>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7871DBC8-D89D-49DE-80F2-CF6EE459E844}"/>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80069BDC-A70D-4CF1-8468-AECE1A857D76}"/>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A121321F-C975-4E8F-A240-B7EAE3641A07}"/>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595ED523-730B-425D-AF7A-86589D8007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AC1305E1-3007-4126-8719-124308664364}"/>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53F90005-6A58-48D5-9C54-F2E983EC35A8}"/>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5878E33E-173D-4575-B6C5-A442958E909B}"/>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30CC8726-A208-46C7-AB99-9310CBF3BE79}"/>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E5B3525E-F389-4A9B-B7C9-A45582691F34}"/>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2A3E6956-9F44-4380-B64C-F8A36D430A33}"/>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DCA3A797-CA0E-4106-9BDB-37E6C343FCA8}"/>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6E7DF21C-7910-4B19-8821-597E9535539D}"/>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987084B1-BBD5-4975-B367-3267B87F95E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E571C058-03A2-4EB0-941A-9F1F592969F4}"/>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3E7B63C3-2DE0-460F-8EDA-6ED43D6AD2F7}"/>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030C4696-B30A-4B80-A04D-0018B7F999AD}"/>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02202C7C-B7AC-40E7-8A28-E2A61E49D6CA}"/>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275377E-A1F6-40CE-8614-94D61D2A44EB}"/>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FFD1FB87-C018-45FA-895C-CDD0A10E5A2D}"/>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CCE261C8-64F6-45D7-983E-A2FF9449D609}"/>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C3DF091-66CE-40E1-9752-5919581C9025}"/>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2FEA7439-3CCC-42F4-A70E-5971FA72D4AE}"/>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ECA9F610-408B-4759-AE80-E9FACF71CE51}"/>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6E92AE2A-DA20-4AA1-B64D-0CE4C9C9844A}"/>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AC936FA3-E09C-4546-80E8-806D7D661346}"/>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1DF122EE-1FDD-4C13-9460-50B3FED57DDB}"/>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6C54C1F-66DF-4F72-9F14-66B011B84A0D}"/>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AF17920F-38FE-4986-81BC-FFB10D7D434F}"/>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F448E09F-DF49-416A-B16B-0F674810C3D4}"/>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456A6E05-A7BE-4911-883F-F009F48ED313}"/>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667E8EAA-3089-4DD9-BB99-A18C94742DC0}"/>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87294189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A987C8D-9E3F-43EC-8767-79EDDB0096C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FD4BBEB4-6F06-46D3-B860-BBF310A7A40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4617027A-D1A1-48B7-8B0E-3517407B80B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32BDFF57-D1B6-4A19-B836-CF83FDF900E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AAB2B19-2702-45C9-BCF3-389B54AC7145}"/>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DF9C3D5F-0FEF-44EF-9BD7-2DD568E27B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28650EA6-6706-445A-A199-0F101675E896}"/>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solidFill xmlns:a="http://schemas.openxmlformats.org/drawingml/2006/main">
            <a:srgbClr val="E8F5F3"/>
          </a:solidFill>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21AC5CC1-8BAC-4982-9CDC-3BFE5DA67DB5}"/>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Paper Step 1/2/3</a:t>
            </a:r>
          </a:p>
        </p:txBody>
      </p:sp>
      <p:sp>
        <p:nvSpPr>
          <p:cNvPr id="9" name="">
            <a:extLst xmlns:a="http://schemas.openxmlformats.org/drawingml/2006/main">
              <a:ext uri="{FF2B5EF4-FFF2-40B4-BE49-F238E27FC236}">
                <a16:creationId xmlns:a16="http://schemas.microsoft.com/office/drawing/2014/main" id="{4D5BAB35-E479-468D-8CE9-F1A35EF00C3C}"/>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4288">
            <a:solidFill>
              <a:srgbClr val="102A43"/>
            </a:solidFill>
            <a:prstDash val="solid"/>
          </a:ln>
        </p:spPr>
      </p:sp>
      <p:sp>
        <p:nvSpPr>
          <p:cNvPr id="10" name="">
            <a:extLst xmlns:a="http://schemas.openxmlformats.org/drawingml/2006/main">
              <a:ext uri="{FF2B5EF4-FFF2-40B4-BE49-F238E27FC236}">
                <a16:creationId xmlns:a16="http://schemas.microsoft.com/office/drawing/2014/main" id="{FB805653-5DD6-47FA-9251-A82FA6872079}"/>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Sibling-list backend interface</a:t>
            </a:r>
          </a:p>
        </p:txBody>
      </p:sp>
      <p:sp>
        <p:nvSpPr>
          <p:cNvPr id="11" name="">
            <a:extLst xmlns:a="http://schemas.openxmlformats.org/drawingml/2006/main">
              <a:ext uri="{FF2B5EF4-FFF2-40B4-BE49-F238E27FC236}">
                <a16:creationId xmlns:a16="http://schemas.microsoft.com/office/drawing/2014/main" id="{5648ACD7-F52E-4839-8669-030AAF84641C}"/>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0" i="0">
                <a:solidFill>
                  <a:srgbClr val="52606D"/>
                </a:solidFill>
              </a:defRPr>
            </a:pPr>
            <a:r>
              <a:rPr sz="1050" b="0" i="0">
                <a:solidFill>
                  <a:srgbClr val="52606D"/>
                </a:solidFill>
              </a:rPr>
              <a:t>make singleton • insert at left/right boundary • split at new-point value</a:t>
            </a:r>
          </a:p>
          <a:p xmlns:a="http://schemas.openxmlformats.org/drawingml/2006/main">
            <a:pPr algn="ctr">
              <a:lnSpc>
                <a:spcPct val="105000"/>
              </a:lnSpc>
              <a:buNone/>
              <a:defRPr sz="1050" b="0" i="0">
                <a:solidFill>
                  <a:srgbClr val="52606D"/>
                </a:solidFill>
              </a:defRPr>
            </a:pPr>
            <a:r>
              <a:rPr sz="1050" b="0" i="0">
                <a:solidFill>
                  <a:srgbClr val="52606D"/>
                </a:solidFill>
              </a:rPr>
              <a:t>access first/last child • preserve ownership and stable handles</a:t>
            </a:r>
          </a:p>
        </p:txBody>
      </p:sp>
      <p:sp>
        <p:nvSpPr>
          <p:cNvPr id="12" name="">
            <a:extLst xmlns:a="http://schemas.openxmlformats.org/drawingml/2006/main">
              <a:ext uri="{FF2B5EF4-FFF2-40B4-BE49-F238E27FC236}">
                <a16:creationId xmlns:a16="http://schemas.microsoft.com/office/drawing/2014/main" id="{0C5C1705-5C96-464A-9742-753C0D06BA61}"/>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4396"/>
            </a:avLst>
          </a:prstGeom>
          <a:solidFill xmlns:a="http://schemas.openxmlformats.org/drawingml/2006/main">
            <a:srgbClr val="E8F5F3"/>
          </a:solidFill>
          <a:ln xmlns:a="http://schemas.openxmlformats.org/drawingml/2006/main" w="14288">
            <a:solidFill>
              <a:srgbClr val="2A9D8F"/>
            </a:solidFill>
            <a:prstDash val="solid"/>
          </a:ln>
        </p:spPr>
      </p:sp>
      <p:sp>
        <p:nvSpPr>
          <p:cNvPr id="13" name="">
            <a:extLst xmlns:a="http://schemas.openxmlformats.org/drawingml/2006/main">
              <a:ext uri="{FF2B5EF4-FFF2-40B4-BE49-F238E27FC236}">
                <a16:creationId xmlns:a16="http://schemas.microsoft.com/office/drawing/2014/main" id="{78F24BF8-8C9C-4EC9-9D7F-2041625AAC6B}"/>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4396"/>
            </a:avLst>
          </a:prstGeom>
          <a:solidFill xmlns:a="http://schemas.openxmlformats.org/drawingml/2006/main">
            <a:srgbClr val="FCEEEA"/>
          </a:solidFill>
          <a:ln xmlns:a="http://schemas.openxmlformats.org/drawingml/2006/main" w="14288">
            <a:solidFill>
              <a:srgbClr val="E76F51"/>
            </a:solidFill>
            <a:prstDash val="solid"/>
          </a:ln>
        </p:spPr>
      </p:sp>
      <p:sp>
        <p:nvSpPr>
          <p:cNvPr id="14" name="">
            <a:extLst xmlns:a="http://schemas.openxmlformats.org/drawingml/2006/main">
              <a:ext uri="{FF2B5EF4-FFF2-40B4-BE49-F238E27FC236}">
                <a16:creationId xmlns:a16="http://schemas.microsoft.com/office/drawing/2014/main" id="{6FFD63FC-BD9C-4237-9C6C-06BC61F811CA}"/>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Ordinary-list backend</a:t>
            </a:r>
          </a:p>
        </p:txBody>
      </p:sp>
      <p:sp>
        <p:nvSpPr>
          <p:cNvPr id="15" name="">
            <a:extLst xmlns:a="http://schemas.openxmlformats.org/drawingml/2006/main">
              <a:ext uri="{FF2B5EF4-FFF2-40B4-BE49-F238E27FC236}">
                <a16:creationId xmlns:a16="http://schemas.microsoft.com/office/drawing/2014/main" id="{42EB2AFC-16F8-4A95-8B74-81A56859C3F4}"/>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VALIDATED BASELINE</a:t>
            </a:r>
          </a:p>
        </p:txBody>
      </p:sp>
      <p:sp>
        <p:nvSpPr>
          <p:cNvPr id="16" name="">
            <a:extLst xmlns:a="http://schemas.openxmlformats.org/drawingml/2006/main">
              <a:ext uri="{FF2B5EF4-FFF2-40B4-BE49-F238E27FC236}">
                <a16:creationId xmlns:a16="http://schemas.microsoft.com/office/drawing/2014/main" id="{9AA89899-1490-4740-947A-325B7E7966CC}"/>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7" name="">
            <a:extLst xmlns:a="http://schemas.openxmlformats.org/drawingml/2006/main">
              <a:ext uri="{FF2B5EF4-FFF2-40B4-BE49-F238E27FC236}">
                <a16:creationId xmlns:a16="http://schemas.microsoft.com/office/drawing/2014/main" id="{8CA36DE0-9C95-4FBC-9A43-32BE0C6B31C7}"/>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Finger-tree backend</a:t>
            </a:r>
          </a:p>
        </p:txBody>
      </p:sp>
      <p:sp>
        <p:nvSpPr>
          <p:cNvPr id="18" name="">
            <a:extLst xmlns:a="http://schemas.openxmlformats.org/drawingml/2006/main">
              <a:ext uri="{FF2B5EF4-FFF2-40B4-BE49-F238E27FC236}">
                <a16:creationId xmlns:a16="http://schemas.microsoft.com/office/drawing/2014/main" id="{B4AE3366-D17D-4F3A-B896-A93F09C77D5E}"/>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9" name="">
            <a:extLst xmlns:a="http://schemas.openxmlformats.org/drawingml/2006/main">
              <a:ext uri="{FF2B5EF4-FFF2-40B4-BE49-F238E27FC236}">
                <a16:creationId xmlns:a16="http://schemas.microsoft.com/office/drawing/2014/main" id="{C800B2BA-984B-4949-9A91-B883199A852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20" name="">
            <a:extLst xmlns:a="http://schemas.openxmlformats.org/drawingml/2006/main">
              <a:ext uri="{FF2B5EF4-FFF2-40B4-BE49-F238E27FC236}">
                <a16:creationId xmlns:a16="http://schemas.microsoft.com/office/drawing/2014/main" id="{195127F6-876D-48DC-9B66-04DE488B0025}"/>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a:t>
            </a:r>
          </a:p>
          <a:p xmlns:a="http://schemas.openxmlformats.org/drawingml/2006/main">
            <a:pPr algn="ctr">
              <a:lnSpc>
                <a:spcPct val="105000"/>
              </a:lnSpc>
              <a:buNone/>
              <a:defRPr sz="1875" b="1" i="0">
                <a:solidFill>
                  <a:srgbClr val="102A43"/>
                </a:solidFill>
              </a:defRPr>
            </a:pPr>
            <a:r>
              <a:rPr sz="1875" b="1" i="0">
                <a:solidFill>
                  <a:srgbClr val="102A43"/>
                </a:solidFill>
              </a:rPr>
              <a:t>rebinds every item.</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5" name=""/>
          <p:cNvCxnSpPr>
            <a:stCxn xmlns:a="http://schemas.openxmlformats.org/drawingml/2006/main" id="9" idx="2"/>
            <a:endCxn xmlns:a="http://schemas.openxmlformats.org/drawingml/2006/main" id="12"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9" idx="2"/>
            <a:endCxn xmlns:a="http://schemas.openxmlformats.org/drawingml/2006/main" id="13"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1591201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2026-09-07T12:00:45.9940000Z</dcterms:created>
  <dcterms:modified xsi:type="dcterms:W3CDTF">2026-09-07T12:00:45.9940000Z</dcterms:modified>
</coreProperties>
</file>